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5" r:id="rId3"/>
    <p:sldId id="276" r:id="rId4"/>
    <p:sldId id="277" r:id="rId5"/>
  </p:sldIdLst>
  <p:sldSz cx="15119350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47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76" d="100"/>
          <a:sy n="76" d="100"/>
        </p:scale>
        <p:origin x="-1014" y="-72"/>
      </p:cViewPr>
      <p:guideLst>
        <p:guide orient="horz" pos="3367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4-10-2026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2817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4-10-2026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3693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82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4-10-2026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957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4-10-2026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4327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4-10-2026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979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4-10-2026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94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4-10-2026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938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4-10-2026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365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4-10-2026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498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4-10-2026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0125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4-10-2026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372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A63634-7467-499A-B5E2-F242A3FB962D}" type="datetimeFigureOut">
              <a:rPr lang="nl-NL" smtClean="0"/>
              <a:t>4-10-2026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5371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kstvak 160">
            <a:extLst>
              <a:ext uri="{FF2B5EF4-FFF2-40B4-BE49-F238E27FC236}">
                <a16:creationId xmlns:a16="http://schemas.microsoft.com/office/drawing/2014/main" id="{E79AD9BE-8B68-FB2E-223F-37B5BABD3E5A}"/>
              </a:ext>
            </a:extLst>
          </p:cNvPr>
          <p:cNvSpPr txBox="1"/>
          <p:nvPr/>
        </p:nvSpPr>
        <p:spPr>
          <a:xfrm rot="16200000">
            <a:off x="-91856" y="4293973"/>
            <a:ext cx="650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front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47B0C460-F21D-73E3-E043-50CEF2E98B5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-70628"/>
            <a:ext cx="2375958" cy="32894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992ED29C-BA88-0B0F-2FEB-133F7F8075D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-70628"/>
            <a:ext cx="2375958" cy="328940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116D227A-3DC8-9A44-E8B0-A22E8CF2A01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-75581"/>
            <a:ext cx="2375958" cy="329930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4C4EBD9E-8C31-599A-8F4B-53DFEAE26DA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-70628"/>
            <a:ext cx="2375958" cy="32894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CF27C2FD-DC79-86D7-62E4-44216E931A72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2424129"/>
            <a:ext cx="2375958" cy="32894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9405EC6C-761D-992A-5F17-B3A923ACD522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2424129"/>
            <a:ext cx="2375958" cy="328940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90A90A73-676D-AD34-4BFB-FA70F128EC76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2419175"/>
            <a:ext cx="2375958" cy="3299308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8DE4BED7-FBC2-37ED-30A9-073969815E54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2424129"/>
            <a:ext cx="2375958" cy="32894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E6F196AE-6C9E-F908-544F-740924E7568E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4918885"/>
            <a:ext cx="2375958" cy="3289400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182A8233-0ACC-82F5-7D97-3F59A267361D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4918885"/>
            <a:ext cx="2375958" cy="3289400"/>
          </a:xfrm>
          <a:prstGeom prst="rect">
            <a:avLst/>
          </a:prstGeom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13085659-ED8E-5CA5-DE55-440049384634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4913931"/>
            <a:ext cx="2375958" cy="3299308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209C4B7A-09BB-DEF4-09BF-39ACFB076684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4918885"/>
            <a:ext cx="2375958" cy="3289400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AAD91846-960F-4194-3FB1-ECC34CB236CF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7413641"/>
            <a:ext cx="2375958" cy="3289400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D3B48DE3-F5D7-E47C-348B-4C06F908A2C8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7413641"/>
            <a:ext cx="2375958" cy="3289400"/>
          </a:xfrm>
          <a:prstGeom prst="rect">
            <a:avLst/>
          </a:prstGeom>
        </p:spPr>
      </p:pic>
      <p:pic>
        <p:nvPicPr>
          <p:cNvPr id="31" name="Afbeelding 30">
            <a:extLst>
              <a:ext uri="{FF2B5EF4-FFF2-40B4-BE49-F238E27FC236}">
                <a16:creationId xmlns:a16="http://schemas.microsoft.com/office/drawing/2014/main" id="{A7CD1601-2514-9BF7-7B88-FE115BD07763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7408687"/>
            <a:ext cx="2375958" cy="3299308"/>
          </a:xfrm>
          <a:prstGeom prst="rect">
            <a:avLst/>
          </a:prstGeom>
        </p:spPr>
      </p:pic>
      <p:pic>
        <p:nvPicPr>
          <p:cNvPr id="33" name="Afbeelding 32">
            <a:extLst>
              <a:ext uri="{FF2B5EF4-FFF2-40B4-BE49-F238E27FC236}">
                <a16:creationId xmlns:a16="http://schemas.microsoft.com/office/drawing/2014/main" id="{264AFD82-E4C7-69E4-FB1B-B520139FC830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7413641"/>
            <a:ext cx="2375958" cy="32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8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kstvak 161">
            <a:extLst>
              <a:ext uri="{FF2B5EF4-FFF2-40B4-BE49-F238E27FC236}">
                <a16:creationId xmlns:a16="http://schemas.microsoft.com/office/drawing/2014/main" id="{1DA5FAC2-CF74-6958-616C-C6B6FC2C8045}"/>
              </a:ext>
            </a:extLst>
          </p:cNvPr>
          <p:cNvSpPr txBox="1"/>
          <p:nvPr/>
        </p:nvSpPr>
        <p:spPr>
          <a:xfrm rot="16200000">
            <a:off x="-76338" y="4293973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back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0CFC594B-ADFD-9FC6-CA4E-718C98FB2CE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-70628"/>
            <a:ext cx="2375958" cy="32894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80EA4A70-5951-1A67-D4FF-BCCA1DB32BC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-70628"/>
            <a:ext cx="2375958" cy="328940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A999A0D9-FB88-66D5-A18A-4A8E25451B3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-75581"/>
            <a:ext cx="2375958" cy="329930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0DA35B0E-EE9D-A997-8066-E9BF75658B8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-70628"/>
            <a:ext cx="2375958" cy="32894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BB5DF21-BD3A-2813-2931-CAFE1D1C628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2424129"/>
            <a:ext cx="2375958" cy="32894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E181ABBC-3A8B-F49C-0FA5-0E76192F290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2424129"/>
            <a:ext cx="2375958" cy="328940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19F7D6EF-B202-5DFB-E394-B1FE070DCC8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2419175"/>
            <a:ext cx="2375958" cy="3299308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09674D24-6F5F-9E29-BB5F-841ADD13C25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2424129"/>
            <a:ext cx="2375958" cy="32894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90091612-555B-89CA-7B48-30E9ECA26C4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4918885"/>
            <a:ext cx="2375958" cy="3289400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78B4EDC3-F6FA-33D9-AD8C-81C85E47F9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4918885"/>
            <a:ext cx="2375958" cy="3289400"/>
          </a:xfrm>
          <a:prstGeom prst="rect">
            <a:avLst/>
          </a:prstGeom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E9BC4642-FFF6-D023-24DA-24EE33DFA1D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4913931"/>
            <a:ext cx="2375958" cy="3299308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79E9229B-2D01-0A94-449E-201E98AD8FE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4918885"/>
            <a:ext cx="2375958" cy="3289400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B1C8EE25-A29D-B622-B8AE-5A31D1A35BD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7413641"/>
            <a:ext cx="2375958" cy="3289400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383AA6A2-0648-107B-F635-04297FC6AEF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7413641"/>
            <a:ext cx="2375958" cy="3289400"/>
          </a:xfrm>
          <a:prstGeom prst="rect">
            <a:avLst/>
          </a:prstGeom>
        </p:spPr>
      </p:pic>
      <p:pic>
        <p:nvPicPr>
          <p:cNvPr id="31" name="Afbeelding 30">
            <a:extLst>
              <a:ext uri="{FF2B5EF4-FFF2-40B4-BE49-F238E27FC236}">
                <a16:creationId xmlns:a16="http://schemas.microsoft.com/office/drawing/2014/main" id="{FA380D93-A26B-B110-9156-8615FE3D5DF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7408687"/>
            <a:ext cx="2375958" cy="3299308"/>
          </a:xfrm>
          <a:prstGeom prst="rect">
            <a:avLst/>
          </a:prstGeom>
        </p:spPr>
      </p:pic>
      <p:pic>
        <p:nvPicPr>
          <p:cNvPr id="33" name="Afbeelding 32">
            <a:extLst>
              <a:ext uri="{FF2B5EF4-FFF2-40B4-BE49-F238E27FC236}">
                <a16:creationId xmlns:a16="http://schemas.microsoft.com/office/drawing/2014/main" id="{6519E903-FB15-8983-5409-4070692BF9F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7413641"/>
            <a:ext cx="2375958" cy="32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25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kstvak 160">
            <a:extLst>
              <a:ext uri="{FF2B5EF4-FFF2-40B4-BE49-F238E27FC236}">
                <a16:creationId xmlns:a16="http://schemas.microsoft.com/office/drawing/2014/main" id="{E79AD9BE-8B68-FB2E-223F-37B5BABD3E5A}"/>
              </a:ext>
            </a:extLst>
          </p:cNvPr>
          <p:cNvSpPr txBox="1"/>
          <p:nvPr/>
        </p:nvSpPr>
        <p:spPr>
          <a:xfrm rot="16200000">
            <a:off x="-91856" y="4293973"/>
            <a:ext cx="650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front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9D236CD5-9B88-1A81-E01E-52ADB613549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-70628"/>
            <a:ext cx="2375958" cy="32894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686723AC-604A-E66B-D781-BD3DF3633F6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-70628"/>
            <a:ext cx="2375958" cy="328940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D5E5BE57-8406-8E59-610C-0FB1163E418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-75581"/>
            <a:ext cx="2375958" cy="329930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1991FC2A-ADE8-FFBC-2A40-EC26CA7EA13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-70628"/>
            <a:ext cx="2375958" cy="32894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AC502225-46CF-E60B-90A7-BCC5C0DCC26C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2424129"/>
            <a:ext cx="2375958" cy="32894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463550A8-751C-6B95-8BBF-EE8FAE6412F9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2424129"/>
            <a:ext cx="2375958" cy="328940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350833B-48E3-B6AA-CA3B-FFE08DCF10B3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2419175"/>
            <a:ext cx="2375958" cy="3299308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0AE57273-3027-C21E-0AEA-1A0F84763F59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2424129"/>
            <a:ext cx="2375958" cy="32894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C82C376B-4B50-BB58-3C38-78457B12309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4918885"/>
            <a:ext cx="2375958" cy="3289400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A884CCF6-98F8-79F1-9094-054ECBA32896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4918885"/>
            <a:ext cx="2375958" cy="3289400"/>
          </a:xfrm>
          <a:prstGeom prst="rect">
            <a:avLst/>
          </a:prstGeom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25761820-4A76-3889-1E8B-A312C9638675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4913931"/>
            <a:ext cx="2375958" cy="3299308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AD0FC559-263E-D189-0C24-78EBC705D941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4918885"/>
            <a:ext cx="2375958" cy="3289400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04146762-D4E6-68DA-DB26-0EFA14DD2AE5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7413641"/>
            <a:ext cx="2375958" cy="3289400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6F799A80-D456-FEB5-5C37-97F96F560902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7413641"/>
            <a:ext cx="2375958" cy="3289400"/>
          </a:xfrm>
          <a:prstGeom prst="rect">
            <a:avLst/>
          </a:prstGeom>
        </p:spPr>
      </p:pic>
      <p:pic>
        <p:nvPicPr>
          <p:cNvPr id="31" name="Afbeelding 30">
            <a:extLst>
              <a:ext uri="{FF2B5EF4-FFF2-40B4-BE49-F238E27FC236}">
                <a16:creationId xmlns:a16="http://schemas.microsoft.com/office/drawing/2014/main" id="{50D245EF-5E36-D534-04E7-712D329B1219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7408687"/>
            <a:ext cx="2375958" cy="3299308"/>
          </a:xfrm>
          <a:prstGeom prst="rect">
            <a:avLst/>
          </a:prstGeom>
        </p:spPr>
      </p:pic>
      <p:pic>
        <p:nvPicPr>
          <p:cNvPr id="33" name="Afbeelding 32">
            <a:extLst>
              <a:ext uri="{FF2B5EF4-FFF2-40B4-BE49-F238E27FC236}">
                <a16:creationId xmlns:a16="http://schemas.microsoft.com/office/drawing/2014/main" id="{5588EF0C-A856-7F92-63CE-CAB66D1C830C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7413641"/>
            <a:ext cx="2375958" cy="32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00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kstvak 161">
            <a:extLst>
              <a:ext uri="{FF2B5EF4-FFF2-40B4-BE49-F238E27FC236}">
                <a16:creationId xmlns:a16="http://schemas.microsoft.com/office/drawing/2014/main" id="{1DA5FAC2-CF74-6958-616C-C6B6FC2C8045}"/>
              </a:ext>
            </a:extLst>
          </p:cNvPr>
          <p:cNvSpPr txBox="1"/>
          <p:nvPr/>
        </p:nvSpPr>
        <p:spPr>
          <a:xfrm rot="16200000">
            <a:off x="-76338" y="4293973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back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8555A762-1467-FF16-2FA4-C46EAD388CA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-70628"/>
            <a:ext cx="2375958" cy="32894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D34222F3-8634-BF3B-8EAD-2EEDDFC7D59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-70628"/>
            <a:ext cx="2375958" cy="328940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86A28CAA-6368-79A7-68A5-DC97261538C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-75581"/>
            <a:ext cx="2375958" cy="329930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4AFD06A1-14DB-B9DD-D93B-16739DD023D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-70628"/>
            <a:ext cx="2375958" cy="32894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6B6E3A25-C303-E512-9B3E-2B9D5B89CF0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2424129"/>
            <a:ext cx="2375958" cy="32894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39F400E9-E8BB-850E-A41D-B70BBDA5874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2424129"/>
            <a:ext cx="2375958" cy="328940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E40BEBF-61E0-C963-870C-24A5649E3C5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2419175"/>
            <a:ext cx="2375958" cy="3299308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DFB4D054-AF45-76AE-F6C4-7B9EE88D044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2424129"/>
            <a:ext cx="2375958" cy="32894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DCAC743D-9861-4894-89DA-95C6BB49E28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4918885"/>
            <a:ext cx="2375958" cy="3289400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AA1F3559-0C09-6745-DA80-9204C8B45E3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4918885"/>
            <a:ext cx="2375958" cy="3289400"/>
          </a:xfrm>
          <a:prstGeom prst="rect">
            <a:avLst/>
          </a:prstGeom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7B798F47-8518-3018-5035-44B43C078D5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4913931"/>
            <a:ext cx="2375958" cy="3299308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ACA9B6A5-EBCA-29A2-6E9F-3C2FDC08B4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4918885"/>
            <a:ext cx="2375958" cy="3289400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9F31C47B-A388-4DD2-5793-D5102C49236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7413641"/>
            <a:ext cx="2375958" cy="3289400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6DE0E14C-7A65-F169-F97A-A532AED61D4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7413641"/>
            <a:ext cx="2375958" cy="3289400"/>
          </a:xfrm>
          <a:prstGeom prst="rect">
            <a:avLst/>
          </a:prstGeom>
        </p:spPr>
      </p:pic>
      <p:pic>
        <p:nvPicPr>
          <p:cNvPr id="31" name="Afbeelding 30">
            <a:extLst>
              <a:ext uri="{FF2B5EF4-FFF2-40B4-BE49-F238E27FC236}">
                <a16:creationId xmlns:a16="http://schemas.microsoft.com/office/drawing/2014/main" id="{B422D241-6A63-C2CE-230A-5FFC7B9A0F6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7408687"/>
            <a:ext cx="2375958" cy="3299308"/>
          </a:xfrm>
          <a:prstGeom prst="rect">
            <a:avLst/>
          </a:prstGeom>
        </p:spPr>
      </p:pic>
      <p:pic>
        <p:nvPicPr>
          <p:cNvPr id="33" name="Afbeelding 32">
            <a:extLst>
              <a:ext uri="{FF2B5EF4-FFF2-40B4-BE49-F238E27FC236}">
                <a16:creationId xmlns:a16="http://schemas.microsoft.com/office/drawing/2014/main" id="{5D2C3E9A-9527-9134-8C68-1AD0EFDCDA7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7413641"/>
            <a:ext cx="2375958" cy="32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3861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thema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4</Words>
  <Application>Microsoft Office PowerPoint</Application>
  <PresentationFormat>Aangepast</PresentationFormat>
  <Paragraphs>4</Paragraphs>
  <Slides>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Kantoorthema</vt:lpstr>
      <vt:lpstr>PowerPoint-presentatie</vt:lpstr>
      <vt:lpstr>PowerPoint-presentatie</vt:lpstr>
      <vt:lpstr>PowerPoint-presentatie</vt:lpstr>
      <vt:lpstr>PowerPoint-presentatie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Martijn Koops</dc:creator>
  <cp:lastModifiedBy>Anthony Inocêncio Ramos</cp:lastModifiedBy>
  <cp:revision>4</cp:revision>
  <dcterms:created xsi:type="dcterms:W3CDTF">2024-09-30T13:13:59Z</dcterms:created>
  <dcterms:modified xsi:type="dcterms:W3CDTF">2026-10-04T16:47:21Z</dcterms:modified>
</cp:coreProperties>
</file>