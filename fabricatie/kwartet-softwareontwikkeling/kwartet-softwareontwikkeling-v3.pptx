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5" r:id="rId3"/>
    <p:sldId id="276" r:id="rId4"/>
    <p:sldId id="277" r:id="rId5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47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76" d="100"/>
          <a:sy n="76" d="100"/>
        </p:scale>
        <p:origin x="-1014" y="-72"/>
      </p:cViewPr>
      <p:guideLst>
        <p:guide orient="horz" pos="3367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7-9-2026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2817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7-9-2026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3693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82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7-9-2026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957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7-9-2026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4327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7-9-2026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979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7-9-2026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94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7-9-2026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938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7-9-2026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365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7-9-2026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498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7-9-2026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0125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3634-7467-499A-B5E2-F242A3FB962D}" type="datetimeFigureOut">
              <a:rPr lang="nl-NL" smtClean="0"/>
              <a:t>7-9-2026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372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A63634-7467-499A-B5E2-F242A3FB962D}" type="datetimeFigureOut">
              <a:rPr lang="nl-NL" smtClean="0"/>
              <a:t>7-9-2026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B7479-BDD9-4D20-B8C4-3A7262FD29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537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kstvak 160">
            <a:extLst>
              <a:ext uri="{FF2B5EF4-FFF2-40B4-BE49-F238E27FC236}">
                <a16:creationId xmlns:a16="http://schemas.microsoft.com/office/drawing/2014/main" id="{E79AD9BE-8B68-FB2E-223F-37B5BABD3E5A}"/>
              </a:ext>
            </a:extLst>
          </p:cNvPr>
          <p:cNvSpPr txBox="1"/>
          <p:nvPr/>
        </p:nvSpPr>
        <p:spPr>
          <a:xfrm rot="16200000">
            <a:off x="-91856" y="4293973"/>
            <a:ext cx="650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front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15F6E8C-FCB7-3DDE-6B35-560ED677CA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-70628"/>
            <a:ext cx="2375958" cy="32894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880B7688-F998-B29C-72F0-7D19DFDDBEA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-70628"/>
            <a:ext cx="2375958" cy="32894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985BCD2E-C6AC-F325-31B1-0077A843F18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-75581"/>
            <a:ext cx="2375958" cy="329930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FCA94427-4529-E42F-D3CD-9AEBD4798AA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-70628"/>
            <a:ext cx="2375958" cy="32894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68025344-D1F5-0F50-5A7D-A449E4453BA7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2424129"/>
            <a:ext cx="2375958" cy="32894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F27DF5B9-1D84-C459-D7D1-F54B8FB66072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2424129"/>
            <a:ext cx="2375958" cy="32894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25BABCA4-17AF-4757-FF40-B2A560DD5BC8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2419175"/>
            <a:ext cx="2375958" cy="3299308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3830C159-D00A-73B8-1288-3B8E3EF4EA60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2424129"/>
            <a:ext cx="2375958" cy="32894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31687925-FB4D-BD02-ABCD-B9FCAF7CE6B8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4918885"/>
            <a:ext cx="2375958" cy="3289400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0323B8DA-AEF0-AC14-5EF5-C77995483198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4918885"/>
            <a:ext cx="2375958" cy="3289400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73D71D7C-B186-8B9C-8B7F-CD1F12607A10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4913931"/>
            <a:ext cx="2375958" cy="3299308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ED0FA3FA-7CF3-EBD8-6E5C-5257EC962A4A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4918885"/>
            <a:ext cx="2375958" cy="3289400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DAB67A36-F038-0851-F6BA-B3C0FF31432D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7413641"/>
            <a:ext cx="2375958" cy="3289400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85DCBD81-F209-AAD5-5224-9030449EB20E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7413641"/>
            <a:ext cx="2375958" cy="3289400"/>
          </a:xfrm>
          <a:prstGeom prst="rect">
            <a:avLst/>
          </a:prstGeom>
        </p:spPr>
      </p:pic>
      <p:pic>
        <p:nvPicPr>
          <p:cNvPr id="31" name="Afbeelding 30">
            <a:extLst>
              <a:ext uri="{FF2B5EF4-FFF2-40B4-BE49-F238E27FC236}">
                <a16:creationId xmlns:a16="http://schemas.microsoft.com/office/drawing/2014/main" id="{CD5243B1-4E50-5889-8FA7-759BF7D50413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7408687"/>
            <a:ext cx="2375958" cy="3299308"/>
          </a:xfrm>
          <a:prstGeom prst="rect">
            <a:avLst/>
          </a:prstGeom>
        </p:spPr>
      </p:pic>
      <p:pic>
        <p:nvPicPr>
          <p:cNvPr id="33" name="Afbeelding 32">
            <a:extLst>
              <a:ext uri="{FF2B5EF4-FFF2-40B4-BE49-F238E27FC236}">
                <a16:creationId xmlns:a16="http://schemas.microsoft.com/office/drawing/2014/main" id="{300F7680-DC96-64E3-C85B-3FED40EB3976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7413641"/>
            <a:ext cx="2375958" cy="32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8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kstvak 161">
            <a:extLst>
              <a:ext uri="{FF2B5EF4-FFF2-40B4-BE49-F238E27FC236}">
                <a16:creationId xmlns:a16="http://schemas.microsoft.com/office/drawing/2014/main" id="{1DA5FAC2-CF74-6958-616C-C6B6FC2C8045}"/>
              </a:ext>
            </a:extLst>
          </p:cNvPr>
          <p:cNvSpPr txBox="1"/>
          <p:nvPr/>
        </p:nvSpPr>
        <p:spPr>
          <a:xfrm rot="16200000">
            <a:off x="-76338" y="4293973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back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9F345750-BB1C-DF3D-1E56-32F653B630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-70628"/>
            <a:ext cx="2375958" cy="32894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6731F437-7702-D1D5-1102-C8DFBEF20B4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-70628"/>
            <a:ext cx="2375958" cy="32894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74DE7511-2238-0705-5835-C1803F7F055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-75581"/>
            <a:ext cx="2375958" cy="329930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A2C77132-53ED-9930-90F0-90E71B756C4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-70628"/>
            <a:ext cx="2375958" cy="32894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5EC41A3-8D04-D996-0F10-D5EF9049211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2424129"/>
            <a:ext cx="2375958" cy="32894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58BAE01A-B30C-580C-458B-EB9BDD5F29D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2424129"/>
            <a:ext cx="2375958" cy="32894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0A44DCB0-436F-6AF8-5075-1B02179CBF6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2419175"/>
            <a:ext cx="2375958" cy="3299308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B50C709C-24DC-997F-400A-89C979A1D8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2424129"/>
            <a:ext cx="2375958" cy="32894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0C7F9EBF-40C2-65EC-5CFF-6078813A306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4918885"/>
            <a:ext cx="2375958" cy="3289400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EEE43B80-8852-E28C-75A4-D8C9B00D2EB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4918885"/>
            <a:ext cx="2375958" cy="3289400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5ADF2B0F-EE93-9708-F903-7B2FB527CC8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4913931"/>
            <a:ext cx="2375958" cy="3299308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FFBCE0C8-D5B4-C5FB-E1D7-3CE6A0F270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4918885"/>
            <a:ext cx="2375958" cy="3289400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901FB612-CFDE-DF2A-6CAB-3D40C5EF80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7413641"/>
            <a:ext cx="2375958" cy="3289400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69D511CE-9493-6F6E-2CEB-966B20CF782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7413641"/>
            <a:ext cx="2375958" cy="3289400"/>
          </a:xfrm>
          <a:prstGeom prst="rect">
            <a:avLst/>
          </a:prstGeom>
        </p:spPr>
      </p:pic>
      <p:pic>
        <p:nvPicPr>
          <p:cNvPr id="31" name="Afbeelding 30">
            <a:extLst>
              <a:ext uri="{FF2B5EF4-FFF2-40B4-BE49-F238E27FC236}">
                <a16:creationId xmlns:a16="http://schemas.microsoft.com/office/drawing/2014/main" id="{5F512DFF-D482-0FFB-FBAB-4991FE93968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7408687"/>
            <a:ext cx="2375958" cy="3299308"/>
          </a:xfrm>
          <a:prstGeom prst="rect">
            <a:avLst/>
          </a:prstGeom>
        </p:spPr>
      </p:pic>
      <p:pic>
        <p:nvPicPr>
          <p:cNvPr id="33" name="Afbeelding 32">
            <a:extLst>
              <a:ext uri="{FF2B5EF4-FFF2-40B4-BE49-F238E27FC236}">
                <a16:creationId xmlns:a16="http://schemas.microsoft.com/office/drawing/2014/main" id="{E1B59FC7-48D0-FAA1-5BCF-111137ABCE9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7413641"/>
            <a:ext cx="2375958" cy="32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25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kstvak 160">
            <a:extLst>
              <a:ext uri="{FF2B5EF4-FFF2-40B4-BE49-F238E27FC236}">
                <a16:creationId xmlns:a16="http://schemas.microsoft.com/office/drawing/2014/main" id="{E79AD9BE-8B68-FB2E-223F-37B5BABD3E5A}"/>
              </a:ext>
            </a:extLst>
          </p:cNvPr>
          <p:cNvSpPr txBox="1"/>
          <p:nvPr/>
        </p:nvSpPr>
        <p:spPr>
          <a:xfrm rot="16200000">
            <a:off x="-91856" y="4293973"/>
            <a:ext cx="650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front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A6205214-2C38-816E-627C-6D48C6B733C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-70628"/>
            <a:ext cx="2375958" cy="32894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2748DDBB-5F80-D767-90B9-6052D53687B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-70628"/>
            <a:ext cx="2375958" cy="32894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0ADF911-CFE7-3036-8B52-524035CBDEA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-75581"/>
            <a:ext cx="2375958" cy="329930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3015A04-9B4C-79C4-04B2-B01DB6C9C9B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-70628"/>
            <a:ext cx="2375958" cy="32894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455725DF-5789-FEC8-E7C7-5AD34AD7EF8A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2424129"/>
            <a:ext cx="2375958" cy="32894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EEEFF462-FC0F-5531-C92B-1723918C8EC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2424129"/>
            <a:ext cx="2375958" cy="32894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72A1B382-ED34-1B2F-C07D-8DE72519CB7A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2419175"/>
            <a:ext cx="2375958" cy="3299308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125D41A2-CF9E-C820-A89F-C1F94F6DA9FF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2424129"/>
            <a:ext cx="2375958" cy="32894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C091A8A2-0826-7C92-6C0D-54AA7C4BD2C2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4918885"/>
            <a:ext cx="2375958" cy="3289400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F450E0C0-C65E-84C7-58EA-D77B25712B19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4918885"/>
            <a:ext cx="2375958" cy="3289400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D4D61BD6-8B55-0D82-B5F2-1C8A3E4C048A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4913931"/>
            <a:ext cx="2375958" cy="3299308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0589ED19-0537-C95F-EC3B-246A15E29D34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4918885"/>
            <a:ext cx="2375958" cy="3289400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92925507-EECD-D959-7C13-99FFCFC00B89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7413641"/>
            <a:ext cx="2375958" cy="3289400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E602997F-3584-FFB4-9275-D78EB7580C12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7413641"/>
            <a:ext cx="2375958" cy="3289400"/>
          </a:xfrm>
          <a:prstGeom prst="rect">
            <a:avLst/>
          </a:prstGeom>
        </p:spPr>
      </p:pic>
      <p:pic>
        <p:nvPicPr>
          <p:cNvPr id="31" name="Afbeelding 30">
            <a:extLst>
              <a:ext uri="{FF2B5EF4-FFF2-40B4-BE49-F238E27FC236}">
                <a16:creationId xmlns:a16="http://schemas.microsoft.com/office/drawing/2014/main" id="{71A7D409-5A8B-8482-700E-9A13FA186F48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7408687"/>
            <a:ext cx="2375958" cy="3299308"/>
          </a:xfrm>
          <a:prstGeom prst="rect">
            <a:avLst/>
          </a:prstGeom>
        </p:spPr>
      </p:pic>
      <p:pic>
        <p:nvPicPr>
          <p:cNvPr id="33" name="Afbeelding 32">
            <a:extLst>
              <a:ext uri="{FF2B5EF4-FFF2-40B4-BE49-F238E27FC236}">
                <a16:creationId xmlns:a16="http://schemas.microsoft.com/office/drawing/2014/main" id="{8AEF2BD4-8D06-CC08-3D4B-02BA3FC99AEA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7413641"/>
            <a:ext cx="2375958" cy="32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08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kstvak 161">
            <a:extLst>
              <a:ext uri="{FF2B5EF4-FFF2-40B4-BE49-F238E27FC236}">
                <a16:creationId xmlns:a16="http://schemas.microsoft.com/office/drawing/2014/main" id="{1DA5FAC2-CF74-6958-616C-C6B6FC2C8045}"/>
              </a:ext>
            </a:extLst>
          </p:cNvPr>
          <p:cNvSpPr txBox="1"/>
          <p:nvPr/>
        </p:nvSpPr>
        <p:spPr>
          <a:xfrm rot="16200000">
            <a:off x="-76338" y="4293973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back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426B892-9DAB-3B94-E307-5D92FB128D2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-70628"/>
            <a:ext cx="2375958" cy="32894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FFFB306C-A9CB-D934-CD9E-3EE6F03C9D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-70628"/>
            <a:ext cx="2375958" cy="32894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E287A754-6D0E-CBDB-B48A-66F2AEA571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-75581"/>
            <a:ext cx="2375958" cy="329930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4D698795-CA30-F206-1630-188AE1934D5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-70628"/>
            <a:ext cx="2375958" cy="32894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7EE91211-072D-62F0-E490-BCA2DEBF274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2424129"/>
            <a:ext cx="2375958" cy="32894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23E0B19F-DB32-EDE2-4578-DA96E2004DF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2424129"/>
            <a:ext cx="2375958" cy="32894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06A9E4CB-E490-D54B-9781-D21C086B2F8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2419175"/>
            <a:ext cx="2375958" cy="3299308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292371DB-D2F0-D88F-D304-DE379F427A6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2424129"/>
            <a:ext cx="2375958" cy="32894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5917AF33-F81D-518A-C047-3537286ADF9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4918885"/>
            <a:ext cx="2375958" cy="3289400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C89D82B4-1B5B-434D-9D43-71962B0E3D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4918885"/>
            <a:ext cx="2375958" cy="3289400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1257BD4F-E16D-EBCE-D9BA-D06682500B4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4913931"/>
            <a:ext cx="2375958" cy="3299308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C6171096-B578-64D1-1880-B2C83104214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4918885"/>
            <a:ext cx="2375958" cy="3289400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A03D7D76-97A4-E9DF-3071-F2BF64A29C2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69163" y="7413641"/>
            <a:ext cx="2375958" cy="3289400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74E775D1-C147-DAB7-70A6-42AD2188B1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7549" y="7413641"/>
            <a:ext cx="2375958" cy="3289400"/>
          </a:xfrm>
          <a:prstGeom prst="rect">
            <a:avLst/>
          </a:prstGeom>
        </p:spPr>
      </p:pic>
      <p:pic>
        <p:nvPicPr>
          <p:cNvPr id="31" name="Afbeelding 30">
            <a:extLst>
              <a:ext uri="{FF2B5EF4-FFF2-40B4-BE49-F238E27FC236}">
                <a16:creationId xmlns:a16="http://schemas.microsoft.com/office/drawing/2014/main" id="{5DF8ABEB-3630-C56B-ADAE-881627D7C19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060981" y="7408687"/>
            <a:ext cx="2375958" cy="3299308"/>
          </a:xfrm>
          <a:prstGeom prst="rect">
            <a:avLst/>
          </a:prstGeom>
        </p:spPr>
      </p:pic>
      <p:pic>
        <p:nvPicPr>
          <p:cNvPr id="33" name="Afbeelding 32">
            <a:extLst>
              <a:ext uri="{FF2B5EF4-FFF2-40B4-BE49-F238E27FC236}">
                <a16:creationId xmlns:a16="http://schemas.microsoft.com/office/drawing/2014/main" id="{49D2969C-BCC0-D753-CC20-36CEA63AD2E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454413" y="7413641"/>
            <a:ext cx="2375958" cy="32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8028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thema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4</Words>
  <Application>Microsoft Office PowerPoint</Application>
  <PresentationFormat>Aangepast</PresentationFormat>
  <Paragraphs>4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Kantoorthema</vt:lpstr>
      <vt:lpstr>PowerPoint-presentatie</vt:lpstr>
      <vt:lpstr>PowerPoint-presentatie</vt:lpstr>
      <vt:lpstr>PowerPoint-presentatie</vt:lpstr>
      <vt:lpstr>PowerPoint-presentatie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Martijn Koops</dc:creator>
  <cp:lastModifiedBy>Anthony Inocêncio Ramos</cp:lastModifiedBy>
  <cp:revision>4</cp:revision>
  <dcterms:created xsi:type="dcterms:W3CDTF">2024-09-30T13:13:59Z</dcterms:created>
  <dcterms:modified xsi:type="dcterms:W3CDTF">2026-09-07T15:35:04Z</dcterms:modified>
</cp:coreProperties>
</file>